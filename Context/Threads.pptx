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8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0" d="100"/>
          <a:sy n="80" d="100"/>
        </p:scale>
        <p:origin x="44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0E62B-E42B-8E0B-A6EB-C1C765CBA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DFB653-DEB1-7094-E83E-387F789D33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882C3-5224-9308-3CE4-DA4A79089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A25C2-D56F-489F-8831-41F5E39F2465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3CA0C-2008-4BFF-46EC-4D59F937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C37FC-D121-AC53-E8DF-D0C222A33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90EB3-A5F9-419D-87E2-98F7DF5EDF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4135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FBF79-D339-FFCD-E937-F448B8D6C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EB42F-F8D9-E7A7-367B-B9CDD7507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99703-D4CF-BB8E-3687-391025188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A25C2-D56F-489F-8831-41F5E39F2465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71F04-BFFD-7843-8C38-9614CD3EE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D40C3-548F-33DA-2BB1-BB5925EB3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90EB3-A5F9-419D-87E2-98F7DF5EDF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7030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08149-F609-CD25-428E-D93DD45EA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1D540-8D4B-1777-B0D4-FE6668596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F219E-E57D-8253-0792-91F1E8160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A25C2-D56F-489F-8831-41F5E39F2465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F9DEF-2C9D-4473-B273-EA91EBF85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F114E-621B-44E1-AFCA-D5A4C4B1D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90EB3-A5F9-419D-87E2-98F7DF5EDF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4405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C35A9-2E68-305D-E4BC-41C1CFDA7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2869D-F2EB-D7ED-2074-518040CF4F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4D8986-F6FD-659E-D637-46FA88636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646570-F0CB-BDC0-244A-A1461D2E2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A25C2-D56F-489F-8831-41F5E39F2465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787AC-F44A-AEE6-8118-2C371A3E5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5563E-4F90-FD17-8470-CCE33FD1B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90EB3-A5F9-419D-87E2-98F7DF5EDF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1984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C6558-38B1-0BBC-CB47-D3A1E9D3E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F8095-2E0D-B309-2872-31ADD4863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BA8062-7D40-655E-4555-D592A5A5F6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E4B3C7-5360-9690-107C-310AD96078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DD5BD8-E400-67B5-B2A0-886BD1BC0F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FA3C16-E7B7-58F9-380D-FA8EB3E9B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A25C2-D56F-489F-8831-41F5E39F2465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9373B0-280B-501E-4C43-390732C45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AB1A3B-F36D-9EE1-FD7E-332E32234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90EB3-A5F9-419D-87E2-98F7DF5EDF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8399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7BA34-293C-A376-8BDC-6C5CE9B71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859B85-04F1-CF5D-F89C-8B8FA80DD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A25C2-D56F-489F-8831-41F5E39F2465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A686CD-13F6-3F60-5D8F-80421BA9B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A476EC-A988-51C5-6183-DF1BFE8BF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90EB3-A5F9-419D-87E2-98F7DF5EDF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3400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85DD-A716-E0D9-AA7A-A4F1F6FF9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A25C2-D56F-489F-8831-41F5E39F2465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3C4925-C15F-51BD-AC6D-25EA57C54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C00A3-2512-F858-E915-3A3449F71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90EB3-A5F9-419D-87E2-98F7DF5EDF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8246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BFB18-45E4-CA48-6F5C-87C0F3CCA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47AE0-C3AC-3148-D932-0005D5FCC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0BFC4-72DC-1BBC-A6DE-8D471F778F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FBD77-3EB2-13B0-5A88-912FB72D1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A25C2-D56F-489F-8831-41F5E39F2465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5FAAB-FEB2-8AE0-DB35-7694A4111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2E9F4B-7AB2-5E1D-06E1-E2D3B5CE4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90EB3-A5F9-419D-87E2-98F7DF5EDF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374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E779E-7916-F420-21A6-0FE19135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5F7445-DD21-4E26-4F4F-6105ADE919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011509-CB19-793A-20F3-1E3244B80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C3BD7-B9FA-B7DA-2D41-18E51CE5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A25C2-D56F-489F-8831-41F5E39F2465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C17864-E5D4-4412-5DF8-538838254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73FBC-525C-F58E-7143-228849DBA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90EB3-A5F9-419D-87E2-98F7DF5EDF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523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22447-B803-C24E-7D77-9B55681B5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1415EB-C39B-F19E-3490-BDB687D283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3BB4C-D00E-68B6-B721-1AFC5F65B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A25C2-D56F-489F-8831-41F5E39F2465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52EDD-C75C-50E3-5042-2D4093C76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31064-2F03-55A2-95C6-BFF88118A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90EB3-A5F9-419D-87E2-98F7DF5EDF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3207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4697F1-E377-865B-C7B0-9293254F35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4EAFFE-7735-E61E-FBEA-D8AFFBD72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71631-A4F5-0D12-1093-43FB557E0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A25C2-D56F-489F-8831-41F5E39F2465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F1CA1-DA64-8487-5AF4-C3B34B86B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C128B-F83C-42BC-B542-DBBE2D253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90EB3-A5F9-419D-87E2-98F7DF5EDF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8167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7BB2EF-51AF-CB47-FB79-EEA5E2DD5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AB03C-F9A4-4E34-2D69-9FD8E1F45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628AE-4D1B-ECC8-C293-90DA922C1B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5A25C2-D56F-489F-8831-41F5E39F2465}" type="datetimeFigureOut">
              <a:rPr lang="en-GB" smtClean="0"/>
              <a:t>12/09/2025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FFD2F-0F7F-BC38-6DDC-63C7FBD926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9127B-DCEE-8208-41D4-BC86ECA423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690EB3-A5F9-419D-87E2-98F7DF5EDF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3075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5AA72-E8F5-1D45-2192-EDD8659E0F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11620F-CF5C-818E-DEB5-FFF128B123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774E7C-5F78-5B81-80C0-BF1870512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50" y="-58479"/>
            <a:ext cx="8636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088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44A1FE-9B6D-881A-024A-1F6D95576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725" y="0"/>
            <a:ext cx="8636001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1236908F-7423-7DE3-61F6-F02C13AADA39}"/>
              </a:ext>
            </a:extLst>
          </p:cNvPr>
          <p:cNvSpPr/>
          <p:nvPr/>
        </p:nvSpPr>
        <p:spPr>
          <a:xfrm>
            <a:off x="1766815" y="835859"/>
            <a:ext cx="720000" cy="324000"/>
          </a:xfrm>
          <a:prstGeom prst="flowChartTermina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lowchart: Terminator 8">
            <a:extLst>
              <a:ext uri="{FF2B5EF4-FFF2-40B4-BE49-F238E27FC236}">
                <a16:creationId xmlns:a16="http://schemas.microsoft.com/office/drawing/2014/main" id="{7A274512-83BE-0971-73CF-A605CC52F498}"/>
              </a:ext>
            </a:extLst>
          </p:cNvPr>
          <p:cNvSpPr/>
          <p:nvPr/>
        </p:nvSpPr>
        <p:spPr>
          <a:xfrm>
            <a:off x="2311109" y="835859"/>
            <a:ext cx="720000" cy="324000"/>
          </a:xfrm>
          <a:prstGeom prst="flowChartTermina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r"/>
            <a:r>
              <a:rPr lang="en-GB" sz="1100" dirty="0"/>
              <a:t>Unread</a:t>
            </a:r>
          </a:p>
        </p:txBody>
      </p:sp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04C17DC3-2704-877A-81B9-119B393DDE9B}"/>
              </a:ext>
            </a:extLst>
          </p:cNvPr>
          <p:cNvSpPr/>
          <p:nvPr/>
        </p:nvSpPr>
        <p:spPr>
          <a:xfrm>
            <a:off x="1789108" y="866950"/>
            <a:ext cx="720000" cy="261818"/>
          </a:xfrm>
          <a:prstGeom prst="flowChartTerminator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All</a:t>
            </a: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E0D6808F-894C-7C3E-6DBF-BD0E9163D512}"/>
              </a:ext>
            </a:extLst>
          </p:cNvPr>
          <p:cNvSpPr/>
          <p:nvPr/>
        </p:nvSpPr>
        <p:spPr>
          <a:xfrm>
            <a:off x="8840972" y="1940442"/>
            <a:ext cx="1222744" cy="3615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E3A402B0-2708-B4D0-27E9-63BE993308AD}"/>
              </a:ext>
            </a:extLst>
          </p:cNvPr>
          <p:cNvSpPr/>
          <p:nvPr/>
        </p:nvSpPr>
        <p:spPr>
          <a:xfrm>
            <a:off x="9452344" y="3429000"/>
            <a:ext cx="662763" cy="3615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D27206D5-9394-5567-B71A-87D60FEBD60D}"/>
              </a:ext>
            </a:extLst>
          </p:cNvPr>
          <p:cNvSpPr/>
          <p:nvPr/>
        </p:nvSpPr>
        <p:spPr>
          <a:xfrm>
            <a:off x="8840972" y="4139609"/>
            <a:ext cx="1274135" cy="3615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E72B05A3-FC5B-9FBF-CC50-B5150A08D864}"/>
              </a:ext>
            </a:extLst>
          </p:cNvPr>
          <p:cNvSpPr/>
          <p:nvPr/>
        </p:nvSpPr>
        <p:spPr>
          <a:xfrm>
            <a:off x="8840972" y="4956544"/>
            <a:ext cx="1274135" cy="3615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4E75937C-8E05-7BAA-2209-61AB26CF440C}"/>
              </a:ext>
            </a:extLst>
          </p:cNvPr>
          <p:cNvSpPr/>
          <p:nvPr/>
        </p:nvSpPr>
        <p:spPr>
          <a:xfrm>
            <a:off x="8815276" y="5628167"/>
            <a:ext cx="1274135" cy="3615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C4B730EC-93D3-5682-30D6-5657C3DD7B69}"/>
              </a:ext>
            </a:extLst>
          </p:cNvPr>
          <p:cNvSpPr/>
          <p:nvPr/>
        </p:nvSpPr>
        <p:spPr>
          <a:xfrm>
            <a:off x="8840972" y="6470798"/>
            <a:ext cx="1274135" cy="3615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3712B1FA-9651-1963-97E6-AE924E65838F}"/>
              </a:ext>
            </a:extLst>
          </p:cNvPr>
          <p:cNvSpPr/>
          <p:nvPr/>
        </p:nvSpPr>
        <p:spPr>
          <a:xfrm>
            <a:off x="8412124" y="835859"/>
            <a:ext cx="1440000" cy="324000"/>
          </a:xfrm>
          <a:prstGeom prst="flowChartProcess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New Email</a:t>
            </a:r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A0211493-B9F7-B523-4DFE-670BB05DDEFE}"/>
              </a:ext>
            </a:extLst>
          </p:cNvPr>
          <p:cNvSpPr/>
          <p:nvPr/>
        </p:nvSpPr>
        <p:spPr>
          <a:xfrm>
            <a:off x="3072809" y="364708"/>
            <a:ext cx="612000" cy="324000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rgbClr val="868F92"/>
                </a:solidFill>
              </a:rPr>
              <a:t>emails</a:t>
            </a:r>
          </a:p>
        </p:txBody>
      </p:sp>
    </p:spTree>
    <p:extLst>
      <p:ext uri="{BB962C8B-B14F-4D97-AF65-F5344CB8AC3E}">
        <p14:creationId xmlns:p14="http://schemas.microsoft.com/office/powerpoint/2010/main" val="1199651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4963</TotalTime>
  <Words>5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Smart</dc:creator>
  <cp:lastModifiedBy>Andrew Smart [Studio55]</cp:lastModifiedBy>
  <cp:revision>1</cp:revision>
  <dcterms:created xsi:type="dcterms:W3CDTF">2025-09-12T11:45:02Z</dcterms:created>
  <dcterms:modified xsi:type="dcterms:W3CDTF">2025-09-15T22:28:13Z</dcterms:modified>
</cp:coreProperties>
</file>